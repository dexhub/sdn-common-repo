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2" r:id="rId1"/>
  </p:sldMasterIdLst>
  <p:notesMasterIdLst>
    <p:notesMasterId r:id="rId8"/>
  </p:notesMasterIdLst>
  <p:sldIdLst>
    <p:sldId id="258" r:id="rId2"/>
    <p:sldId id="259" r:id="rId3"/>
    <p:sldId id="257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06979-6BB2-D443-9CB5-617A7F90A878}" type="datetimeFigureOut">
              <a:rPr lang="en-US" smtClean="0"/>
              <a:t>10/21/13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0355A-C135-3344-A74F-836B5DBB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9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00355A-C135-3344-A74F-836B5DBB64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70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00355A-C135-3344-A74F-836B5DBB64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7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B00450A-AB89-124F-88E7-AB93D7928DCA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832FB23-04D6-EB4D-A057-83C82F9BB796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833D03E-4271-F341-81FE-A4F3CDC53255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4648BBF-E200-3C40-93AD-5A388DF6523C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2BC10BA-F471-1047-B0FF-DAF216104529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0A60EF8-AF49-2E45-BDC5-64ED1F4D5745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E19EDE-ED75-1A4C-A9B9-4DA6303FA80D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E34EE8D-312F-8048-A783-6CD0EAA5C21F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DE3F1F2-F45F-D64F-AE6E-1B53A2442998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D2CD40E-F4D9-6D47-B939-690BA66B95D3}" type="datetime1">
              <a:rPr lang="en-US" smtClean="0"/>
              <a:pPr eaLnBrk="1" latinLnBrk="0" hangingPunct="1"/>
              <a:t>10/21/13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D767DF-A1E7-934F-88B6-72E55F292199}" type="datetime1">
              <a:rPr lang="en-US" smtClean="0"/>
              <a:pPr eaLnBrk="1" latinLnBrk="0" hangingPunct="1"/>
              <a:t>10/21/13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latinLnBrk="0" hangingPunct="1"/>
            <a:fld id="{86740E98-760B-F84C-9C2B-D4C390CB18D0}" type="datetime1">
              <a:rPr lang="en-US" smtClean="0"/>
              <a:pPr eaLnBrk="1" latinLnBrk="0" hangingPunct="1"/>
              <a:t>10/21/13</a:t>
            </a:fld>
            <a:endParaRPr lang="en-US" sz="100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1" latinLnBrk="0" hangingPunct="1"/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7467" y="6492875"/>
            <a:ext cx="626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957AF-53C0-420B-9C2D-77DB1416566C}" type="slidenum">
              <a:rPr lang="en-US" smtClean="0"/>
              <a:pPr/>
              <a:t>‹#›</a:t>
            </a:fld>
            <a:endParaRPr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1</a:t>
            </a:fld>
            <a:endParaRPr kumimoji="0" lang="en-US"/>
          </a:p>
        </p:txBody>
      </p:sp>
      <p:grpSp>
        <p:nvGrpSpPr>
          <p:cNvPr id="3" name="Group 2"/>
          <p:cNvGrpSpPr/>
          <p:nvPr/>
        </p:nvGrpSpPr>
        <p:grpSpPr>
          <a:xfrm>
            <a:off x="53055" y="1198116"/>
            <a:ext cx="9074456" cy="4148944"/>
            <a:chOff x="53055" y="1198116"/>
            <a:chExt cx="9074456" cy="4148944"/>
          </a:xfrm>
        </p:grpSpPr>
        <p:grpSp>
          <p:nvGrpSpPr>
            <p:cNvPr id="163" name="Group 162"/>
            <p:cNvGrpSpPr/>
            <p:nvPr/>
          </p:nvGrpSpPr>
          <p:grpSpPr>
            <a:xfrm rot="2956623">
              <a:off x="6700509" y="3525747"/>
              <a:ext cx="1908823" cy="1614529"/>
              <a:chOff x="5256027" y="2679380"/>
              <a:chExt cx="2186386" cy="1936166"/>
            </a:xfrm>
          </p:grpSpPr>
          <p:sp>
            <p:nvSpPr>
              <p:cNvPr id="161" name="Arc 160"/>
              <p:cNvSpPr/>
              <p:nvPr/>
            </p:nvSpPr>
            <p:spPr>
              <a:xfrm>
                <a:off x="5256027" y="3323453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Arc 161"/>
              <p:cNvSpPr/>
              <p:nvPr/>
            </p:nvSpPr>
            <p:spPr>
              <a:xfrm rot="10800000">
                <a:off x="5984822" y="2679380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 rot="2956623">
              <a:off x="4288719" y="3534234"/>
              <a:ext cx="1908823" cy="1614529"/>
              <a:chOff x="5256027" y="2679380"/>
              <a:chExt cx="2186386" cy="1936166"/>
            </a:xfrm>
          </p:grpSpPr>
          <p:sp>
            <p:nvSpPr>
              <p:cNvPr id="89" name="Arc 88"/>
              <p:cNvSpPr/>
              <p:nvPr/>
            </p:nvSpPr>
            <p:spPr>
              <a:xfrm>
                <a:off x="5256027" y="3323453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Arc 89"/>
              <p:cNvSpPr/>
              <p:nvPr/>
            </p:nvSpPr>
            <p:spPr>
              <a:xfrm rot="10800000">
                <a:off x="5984822" y="2679380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53055" y="1198116"/>
              <a:ext cx="9074456" cy="4148944"/>
              <a:chOff x="53055" y="1198116"/>
              <a:chExt cx="9074456" cy="4148944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648736" y="4012462"/>
                <a:ext cx="959208" cy="770068"/>
                <a:chOff x="648736" y="4012462"/>
                <a:chExt cx="959208" cy="770068"/>
              </a:xfrm>
            </p:grpSpPr>
            <p:sp>
              <p:nvSpPr>
                <p:cNvPr id="5" name="Can 4"/>
                <p:cNvSpPr/>
                <p:nvPr/>
              </p:nvSpPr>
              <p:spPr>
                <a:xfrm rot="5400000">
                  <a:off x="1026961" y="3634237"/>
                  <a:ext cx="202758" cy="959208"/>
                </a:xfrm>
                <a:prstGeom prst="can">
                  <a:avLst/>
                </a:prstGeom>
                <a:noFill/>
                <a:ln w="38100" cmpd="sng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" name="Straight Connector 6"/>
                <p:cNvCxnSpPr>
                  <a:stCxn id="5" idx="4"/>
                </p:cNvCxnSpPr>
                <p:nvPr/>
              </p:nvCxnSpPr>
              <p:spPr>
                <a:xfrm flipH="1">
                  <a:off x="1121466" y="4215220"/>
                  <a:ext cx="6874" cy="56731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891768" y="4782530"/>
                  <a:ext cx="47290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/>
              <p:cNvSpPr txBox="1"/>
              <p:nvPr/>
            </p:nvSpPr>
            <p:spPr>
              <a:xfrm>
                <a:off x="648736" y="3556226"/>
                <a:ext cx="8422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Laser</a:t>
                </a:r>
                <a:endParaRPr lang="en-US" sz="2400" dirty="0"/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135116" y="4782530"/>
                <a:ext cx="397242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691689" y="4794254"/>
                <a:ext cx="154732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>
              <a:xfrm>
                <a:off x="457200" y="1837356"/>
                <a:ext cx="7947038" cy="200511"/>
                <a:chOff x="457200" y="1837356"/>
                <a:chExt cx="7947038" cy="200511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457200" y="2037867"/>
                  <a:ext cx="794703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Group 31"/>
                <p:cNvGrpSpPr/>
                <p:nvPr/>
              </p:nvGrpSpPr>
              <p:grpSpPr>
                <a:xfrm>
                  <a:off x="648737" y="1837356"/>
                  <a:ext cx="3823616" cy="200511"/>
                  <a:chOff x="1945676" y="1632568"/>
                  <a:chExt cx="5413773" cy="405299"/>
                </a:xfrm>
              </p:grpSpPr>
              <p:cxnSp>
                <p:nvCxnSpPr>
                  <p:cNvPr id="18" name="Straight Connector 17"/>
                  <p:cNvCxnSpPr/>
                  <p:nvPr/>
                </p:nvCxnSpPr>
                <p:spPr>
                  <a:xfrm flipV="1">
                    <a:off x="194567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/>
                  <p:cNvCxnSpPr/>
                  <p:nvPr/>
                </p:nvCxnSpPr>
                <p:spPr>
                  <a:xfrm flipV="1">
                    <a:off x="238993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/>
                  <p:cNvCxnSpPr/>
                  <p:nvPr/>
                </p:nvCxnSpPr>
                <p:spPr>
                  <a:xfrm flipV="1">
                    <a:off x="327844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 flipV="1">
                    <a:off x="372270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/>
                  <p:cNvCxnSpPr/>
                  <p:nvPr/>
                </p:nvCxnSpPr>
                <p:spPr>
                  <a:xfrm flipV="1">
                    <a:off x="416695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 flipV="1">
                    <a:off x="461121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/>
                  <p:cNvCxnSpPr/>
                  <p:nvPr/>
                </p:nvCxnSpPr>
                <p:spPr>
                  <a:xfrm flipV="1">
                    <a:off x="594398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/>
                  <p:nvPr/>
                </p:nvCxnSpPr>
                <p:spPr>
                  <a:xfrm flipV="1">
                    <a:off x="638823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 flipV="1">
                    <a:off x="683249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 flipV="1">
                    <a:off x="505546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/>
                  <p:cNvCxnSpPr/>
                  <p:nvPr/>
                </p:nvCxnSpPr>
                <p:spPr>
                  <a:xfrm flipV="1">
                    <a:off x="549972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/>
                  <p:cNvCxnSpPr/>
                  <p:nvPr/>
                </p:nvCxnSpPr>
                <p:spPr>
                  <a:xfrm flipV="1">
                    <a:off x="283418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4458841" y="1837356"/>
                  <a:ext cx="3823616" cy="200511"/>
                  <a:chOff x="1945676" y="1632568"/>
                  <a:chExt cx="5413773" cy="405299"/>
                </a:xfrm>
              </p:grpSpPr>
              <p:cxnSp>
                <p:nvCxnSpPr>
                  <p:cNvPr id="36" name="Straight Connector 35"/>
                  <p:cNvCxnSpPr/>
                  <p:nvPr/>
                </p:nvCxnSpPr>
                <p:spPr>
                  <a:xfrm flipV="1">
                    <a:off x="194567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 flipV="1">
                    <a:off x="238993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 flipV="1">
                    <a:off x="327844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 flipV="1">
                    <a:off x="372270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 flipV="1">
                    <a:off x="416695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 flipV="1">
                    <a:off x="461121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 flipV="1">
                    <a:off x="594398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 flipV="1">
                    <a:off x="638823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 flipV="1">
                    <a:off x="683249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 flipV="1">
                    <a:off x="505546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 flipV="1">
                    <a:off x="549972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 flipV="1">
                    <a:off x="283418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0" name="TextBox 49"/>
              <p:cNvSpPr txBox="1"/>
              <p:nvPr/>
            </p:nvSpPr>
            <p:spPr>
              <a:xfrm>
                <a:off x="1496043" y="4838580"/>
                <a:ext cx="10630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Sender</a:t>
                </a:r>
                <a:endParaRPr lang="en-US" sz="2400" dirty="0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714379" y="4885395"/>
                <a:ext cx="15019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Receiver-1</a:t>
                </a:r>
                <a:endParaRPr lang="en-US" sz="2400" dirty="0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6288440" y="1198116"/>
                <a:ext cx="18906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Ceiling mirror</a:t>
                </a:r>
                <a:endParaRPr lang="en-US" sz="2400" dirty="0"/>
              </a:p>
            </p:txBody>
          </p:sp>
          <p:pic>
            <p:nvPicPr>
              <p:cNvPr id="53" name="Picture 25" descr="ONS15540_ill6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35116" y="4303533"/>
                <a:ext cx="544433" cy="478997"/>
              </a:xfrm>
              <a:prstGeom prst="rect">
                <a:avLst/>
              </a:prstGeom>
              <a:noFill/>
            </p:spPr>
          </p:pic>
          <p:pic>
            <p:nvPicPr>
              <p:cNvPr id="54" name="Picture 25" descr="ONS15540_ill6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010240" y="4280303"/>
                <a:ext cx="544433" cy="478997"/>
              </a:xfrm>
              <a:prstGeom prst="rect">
                <a:avLst/>
              </a:prstGeom>
              <a:noFill/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53055" y="3891977"/>
                <a:ext cx="6264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SFP</a:t>
                </a:r>
                <a:endParaRPr lang="en-US" sz="2400" dirty="0"/>
              </a:p>
            </p:txBody>
          </p:sp>
          <p:cxnSp>
            <p:nvCxnSpPr>
              <p:cNvPr id="143" name="Straight Connector 142"/>
              <p:cNvCxnSpPr/>
              <p:nvPr/>
            </p:nvCxnSpPr>
            <p:spPr>
              <a:xfrm flipH="1">
                <a:off x="3048783" y="3927471"/>
                <a:ext cx="852529" cy="40712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>
                <a:off x="2843099" y="4081939"/>
                <a:ext cx="0" cy="68818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3485438" y="4090618"/>
                <a:ext cx="0" cy="69191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>
                <a:stCxn id="5" idx="1"/>
              </p:cNvCxnSpPr>
              <p:nvPr/>
            </p:nvCxnSpPr>
            <p:spPr>
              <a:xfrm>
                <a:off x="1607944" y="4113841"/>
                <a:ext cx="1215609" cy="17194"/>
              </a:xfrm>
              <a:prstGeom prst="line">
                <a:avLst/>
              </a:prstGeom>
              <a:ln>
                <a:solidFill>
                  <a:srgbClr val="0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TextBox 164"/>
              <p:cNvSpPr txBox="1"/>
              <p:nvPr/>
            </p:nvSpPr>
            <p:spPr>
              <a:xfrm>
                <a:off x="1617188" y="2763324"/>
                <a:ext cx="14250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    Mirrors in </a:t>
                </a:r>
              </a:p>
              <a:p>
                <a:r>
                  <a:rPr lang="en-US" dirty="0" smtClean="0"/>
                  <a:t>“glass” mode</a:t>
                </a:r>
                <a:endParaRPr lang="en-US" dirty="0"/>
              </a:p>
            </p:txBody>
          </p:sp>
          <p:pic>
            <p:nvPicPr>
              <p:cNvPr id="86" name="Picture 25" descr="ONS15540_ill6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598450" y="4305118"/>
                <a:ext cx="544433" cy="478997"/>
              </a:xfrm>
              <a:prstGeom prst="rect">
                <a:avLst/>
              </a:prstGeom>
              <a:noFill/>
            </p:spPr>
          </p:pic>
          <p:sp>
            <p:nvSpPr>
              <p:cNvPr id="92" name="TextBox 91"/>
              <p:cNvSpPr txBox="1"/>
              <p:nvPr/>
            </p:nvSpPr>
            <p:spPr>
              <a:xfrm>
                <a:off x="7346615" y="4850382"/>
                <a:ext cx="15019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Receiver-2</a:t>
                </a:r>
                <a:endParaRPr lang="en-US" sz="2400" dirty="0"/>
              </a:p>
            </p:txBody>
          </p:sp>
          <p:cxnSp>
            <p:nvCxnSpPr>
              <p:cNvPr id="94" name="Straight Connector 93"/>
              <p:cNvCxnSpPr/>
              <p:nvPr/>
            </p:nvCxnSpPr>
            <p:spPr>
              <a:xfrm>
                <a:off x="7195022" y="4786568"/>
                <a:ext cx="154732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4098059" y="2073258"/>
                <a:ext cx="1046723" cy="2026465"/>
              </a:xfrm>
              <a:prstGeom prst="line">
                <a:avLst/>
              </a:prstGeom>
              <a:ln>
                <a:solidFill>
                  <a:srgbClr val="0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 flipV="1">
                <a:off x="2791266" y="2106982"/>
                <a:ext cx="1275211" cy="2024978"/>
              </a:xfrm>
              <a:prstGeom prst="line">
                <a:avLst/>
              </a:prstGeom>
              <a:ln>
                <a:solidFill>
                  <a:srgbClr val="0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/>
              <p:cNvSpPr txBox="1"/>
              <p:nvPr/>
            </p:nvSpPr>
            <p:spPr>
              <a:xfrm>
                <a:off x="8010240" y="3856479"/>
                <a:ext cx="6264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SFP</a:t>
                </a:r>
                <a:endParaRPr lang="en-US" sz="2400" dirty="0"/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5618886" y="3887189"/>
                <a:ext cx="6264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SFP</a:t>
                </a:r>
                <a:endParaRPr lang="en-US" sz="2400" dirty="0"/>
              </a:p>
            </p:txBody>
          </p:sp>
          <p:cxnSp>
            <p:nvCxnSpPr>
              <p:cNvPr id="109" name="Straight Connector 108"/>
              <p:cNvCxnSpPr/>
              <p:nvPr/>
            </p:nvCxnSpPr>
            <p:spPr>
              <a:xfrm flipH="1">
                <a:off x="1864733" y="3808060"/>
                <a:ext cx="523804" cy="6703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2151881" y="4113841"/>
                <a:ext cx="0" cy="68818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/>
              <p:cNvCxnSpPr/>
              <p:nvPr/>
            </p:nvCxnSpPr>
            <p:spPr>
              <a:xfrm flipH="1">
                <a:off x="2121327" y="3375108"/>
                <a:ext cx="154653" cy="38507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>
              <a:xfrm rot="8497906">
                <a:off x="2381004" y="4083012"/>
                <a:ext cx="1061382" cy="200511"/>
                <a:chOff x="457200" y="1837356"/>
                <a:chExt cx="7947038" cy="200511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457200" y="2037867"/>
                  <a:ext cx="794703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2" name="Group 121"/>
                <p:cNvGrpSpPr/>
                <p:nvPr/>
              </p:nvGrpSpPr>
              <p:grpSpPr>
                <a:xfrm>
                  <a:off x="648737" y="1837356"/>
                  <a:ext cx="3823616" cy="200511"/>
                  <a:chOff x="1945676" y="1632568"/>
                  <a:chExt cx="5413773" cy="405299"/>
                </a:xfrm>
              </p:grpSpPr>
              <p:cxnSp>
                <p:nvCxnSpPr>
                  <p:cNvPr id="136" name="Straight Connector 135"/>
                  <p:cNvCxnSpPr/>
                  <p:nvPr/>
                </p:nvCxnSpPr>
                <p:spPr>
                  <a:xfrm flipV="1">
                    <a:off x="194567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/>
                  <p:cNvCxnSpPr/>
                  <p:nvPr/>
                </p:nvCxnSpPr>
                <p:spPr>
                  <a:xfrm flipV="1">
                    <a:off x="238993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/>
                  <p:cNvCxnSpPr/>
                  <p:nvPr/>
                </p:nvCxnSpPr>
                <p:spPr>
                  <a:xfrm flipV="1">
                    <a:off x="327844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/>
                  <p:cNvCxnSpPr/>
                  <p:nvPr/>
                </p:nvCxnSpPr>
                <p:spPr>
                  <a:xfrm flipV="1">
                    <a:off x="372270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/>
                  <p:cNvCxnSpPr/>
                  <p:nvPr/>
                </p:nvCxnSpPr>
                <p:spPr>
                  <a:xfrm flipV="1">
                    <a:off x="416695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/>
                  <p:cNvCxnSpPr/>
                  <p:nvPr/>
                </p:nvCxnSpPr>
                <p:spPr>
                  <a:xfrm flipV="1">
                    <a:off x="461121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/>
                  <p:cNvCxnSpPr/>
                  <p:nvPr/>
                </p:nvCxnSpPr>
                <p:spPr>
                  <a:xfrm flipV="1">
                    <a:off x="594398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/>
                  <p:cNvCxnSpPr/>
                  <p:nvPr/>
                </p:nvCxnSpPr>
                <p:spPr>
                  <a:xfrm flipV="1">
                    <a:off x="638823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 flipV="1">
                    <a:off x="683249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/>
                  <p:cNvCxnSpPr/>
                  <p:nvPr/>
                </p:nvCxnSpPr>
                <p:spPr>
                  <a:xfrm flipV="1">
                    <a:off x="505546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 flipV="1">
                    <a:off x="549972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/>
                  <p:cNvCxnSpPr/>
                  <p:nvPr/>
                </p:nvCxnSpPr>
                <p:spPr>
                  <a:xfrm flipV="1">
                    <a:off x="283418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3" name="Group 122"/>
                <p:cNvGrpSpPr/>
                <p:nvPr/>
              </p:nvGrpSpPr>
              <p:grpSpPr>
                <a:xfrm>
                  <a:off x="4458841" y="1837356"/>
                  <a:ext cx="3823616" cy="200511"/>
                  <a:chOff x="1945676" y="1632568"/>
                  <a:chExt cx="5413773" cy="405299"/>
                </a:xfrm>
              </p:grpSpPr>
              <p:cxnSp>
                <p:nvCxnSpPr>
                  <p:cNvPr id="124" name="Straight Connector 123"/>
                  <p:cNvCxnSpPr/>
                  <p:nvPr/>
                </p:nvCxnSpPr>
                <p:spPr>
                  <a:xfrm flipV="1">
                    <a:off x="194567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/>
                  <p:cNvCxnSpPr/>
                  <p:nvPr/>
                </p:nvCxnSpPr>
                <p:spPr>
                  <a:xfrm flipV="1">
                    <a:off x="238993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/>
                  <p:cNvCxnSpPr/>
                  <p:nvPr/>
                </p:nvCxnSpPr>
                <p:spPr>
                  <a:xfrm flipV="1">
                    <a:off x="327844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/>
                  <p:cNvCxnSpPr/>
                  <p:nvPr/>
                </p:nvCxnSpPr>
                <p:spPr>
                  <a:xfrm flipV="1">
                    <a:off x="372270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/>
                  <p:cNvCxnSpPr/>
                  <p:nvPr/>
                </p:nvCxnSpPr>
                <p:spPr>
                  <a:xfrm flipV="1">
                    <a:off x="416695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/>
                  <p:cNvCxnSpPr/>
                  <p:nvPr/>
                </p:nvCxnSpPr>
                <p:spPr>
                  <a:xfrm flipV="1">
                    <a:off x="4611212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 flipV="1">
                    <a:off x="5943980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/>
                  <p:cNvCxnSpPr/>
                  <p:nvPr/>
                </p:nvCxnSpPr>
                <p:spPr>
                  <a:xfrm flipV="1">
                    <a:off x="638823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/>
                  <p:cNvCxnSpPr/>
                  <p:nvPr/>
                </p:nvCxnSpPr>
                <p:spPr>
                  <a:xfrm flipV="1">
                    <a:off x="6832496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/>
                  <p:cNvCxnSpPr/>
                  <p:nvPr/>
                </p:nvCxnSpPr>
                <p:spPr>
                  <a:xfrm flipV="1">
                    <a:off x="505546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/>
                  <p:cNvCxnSpPr/>
                  <p:nvPr/>
                </p:nvCxnSpPr>
                <p:spPr>
                  <a:xfrm flipV="1">
                    <a:off x="5499724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/>
                  <p:cNvCxnSpPr/>
                  <p:nvPr/>
                </p:nvCxnSpPr>
                <p:spPr>
                  <a:xfrm flipV="1">
                    <a:off x="2834188" y="1632568"/>
                    <a:ext cx="526953" cy="4052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5" name="TextBox 94"/>
              <p:cNvSpPr txBox="1"/>
              <p:nvPr/>
            </p:nvSpPr>
            <p:spPr>
              <a:xfrm>
                <a:off x="7065228" y="3463125"/>
                <a:ext cx="20622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Telescopic lens</a:t>
                </a:r>
                <a:endParaRPr lang="en-US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880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2</a:t>
            </a:fld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53055" y="1198116"/>
            <a:ext cx="9074456" cy="4148944"/>
            <a:chOff x="53055" y="1198116"/>
            <a:chExt cx="9074456" cy="4148944"/>
          </a:xfrm>
        </p:grpSpPr>
        <p:grpSp>
          <p:nvGrpSpPr>
            <p:cNvPr id="11" name="Group 10"/>
            <p:cNvGrpSpPr/>
            <p:nvPr/>
          </p:nvGrpSpPr>
          <p:grpSpPr>
            <a:xfrm>
              <a:off x="648736" y="4012462"/>
              <a:ext cx="959208" cy="770068"/>
              <a:chOff x="648736" y="4012462"/>
              <a:chExt cx="959208" cy="770068"/>
            </a:xfrm>
          </p:grpSpPr>
          <p:sp>
            <p:nvSpPr>
              <p:cNvPr id="5" name="Can 4"/>
              <p:cNvSpPr/>
              <p:nvPr/>
            </p:nvSpPr>
            <p:spPr>
              <a:xfrm rot="5400000">
                <a:off x="1026961" y="3634237"/>
                <a:ext cx="202758" cy="959208"/>
              </a:xfrm>
              <a:prstGeom prst="can">
                <a:avLst/>
              </a:prstGeom>
              <a:noFill/>
              <a:ln w="381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>
                <a:stCxn id="5" idx="4"/>
              </p:cNvCxnSpPr>
              <p:nvPr/>
            </p:nvCxnSpPr>
            <p:spPr>
              <a:xfrm flipH="1">
                <a:off x="1121466" y="4215220"/>
                <a:ext cx="6874" cy="5673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891768" y="4782530"/>
                <a:ext cx="47290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648736" y="3556226"/>
              <a:ext cx="842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Laser</a:t>
              </a:r>
              <a:endParaRPr lang="en-US" sz="24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35116" y="4782530"/>
              <a:ext cx="39724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691689" y="4794254"/>
              <a:ext cx="154732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457200" y="1837356"/>
              <a:ext cx="7947038" cy="200511"/>
              <a:chOff x="457200" y="1837356"/>
              <a:chExt cx="7947038" cy="200511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457200" y="2037867"/>
                <a:ext cx="794703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>
              <a:xfrm>
                <a:off x="648737" y="1837356"/>
                <a:ext cx="3823616" cy="200511"/>
                <a:chOff x="1945676" y="1632568"/>
                <a:chExt cx="5413773" cy="405299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 flipV="1">
                  <a:off x="194567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flipV="1">
                  <a:off x="238993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 flipV="1">
                  <a:off x="327844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 flipV="1">
                  <a:off x="372270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 flipV="1">
                  <a:off x="416695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461121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 flipV="1">
                  <a:off x="594398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flipV="1">
                  <a:off x="638823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683249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 flipV="1">
                  <a:off x="505546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V="1">
                  <a:off x="549972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flipV="1">
                  <a:off x="283418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oup 34"/>
              <p:cNvGrpSpPr/>
              <p:nvPr/>
            </p:nvGrpSpPr>
            <p:grpSpPr>
              <a:xfrm>
                <a:off x="4458841" y="1837356"/>
                <a:ext cx="3823616" cy="200511"/>
                <a:chOff x="1945676" y="1632568"/>
                <a:chExt cx="5413773" cy="405299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194567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V="1">
                  <a:off x="238993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 flipV="1">
                  <a:off x="327844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 flipV="1">
                  <a:off x="372270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V="1">
                  <a:off x="416695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461121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flipV="1">
                  <a:off x="594398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flipV="1">
                  <a:off x="638823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683249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505546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V="1">
                  <a:off x="549972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283418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0" name="TextBox 49"/>
            <p:cNvSpPr txBox="1"/>
            <p:nvPr/>
          </p:nvSpPr>
          <p:spPr>
            <a:xfrm>
              <a:off x="1496043" y="4838580"/>
              <a:ext cx="10630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Sender</a:t>
              </a:r>
              <a:endParaRPr lang="en-US" sz="24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14379" y="4885395"/>
              <a:ext cx="15019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Receiver-1</a:t>
              </a:r>
              <a:endParaRPr lang="en-US" sz="24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288440" y="1198116"/>
              <a:ext cx="18906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Ceiling mirror</a:t>
              </a:r>
              <a:endParaRPr lang="en-US" sz="2400" dirty="0"/>
            </a:p>
          </p:txBody>
        </p:sp>
        <p:pic>
          <p:nvPicPr>
            <p:cNvPr id="53" name="Picture 25" descr="ONS15540_ill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5116" y="4303533"/>
              <a:ext cx="544433" cy="478997"/>
            </a:xfrm>
            <a:prstGeom prst="rect">
              <a:avLst/>
            </a:prstGeom>
            <a:noFill/>
          </p:spPr>
        </p:pic>
        <p:pic>
          <p:nvPicPr>
            <p:cNvPr id="54" name="Picture 25" descr="ONS15540_ill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010240" y="4280303"/>
              <a:ext cx="544433" cy="478997"/>
            </a:xfrm>
            <a:prstGeom prst="rect">
              <a:avLst/>
            </a:prstGeom>
            <a:noFill/>
          </p:spPr>
        </p:pic>
        <p:sp>
          <p:nvSpPr>
            <p:cNvPr id="55" name="TextBox 54"/>
            <p:cNvSpPr txBox="1"/>
            <p:nvPr/>
          </p:nvSpPr>
          <p:spPr>
            <a:xfrm>
              <a:off x="53055" y="3891977"/>
              <a:ext cx="6264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SFP</a:t>
              </a:r>
              <a:endParaRPr lang="en-US" sz="2400" dirty="0"/>
            </a:p>
          </p:txBody>
        </p:sp>
        <p:cxnSp>
          <p:nvCxnSpPr>
            <p:cNvPr id="143" name="Straight Connector 142"/>
            <p:cNvCxnSpPr/>
            <p:nvPr/>
          </p:nvCxnSpPr>
          <p:spPr>
            <a:xfrm flipH="1">
              <a:off x="2448982" y="3826058"/>
              <a:ext cx="792249" cy="5721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2843099" y="4081939"/>
              <a:ext cx="0" cy="688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3485438" y="4090618"/>
              <a:ext cx="0" cy="6919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/>
            <p:cNvGrpSpPr/>
            <p:nvPr/>
          </p:nvGrpSpPr>
          <p:grpSpPr>
            <a:xfrm rot="9293322">
              <a:off x="2999976" y="4061007"/>
              <a:ext cx="1061382" cy="200511"/>
              <a:chOff x="457200" y="1837356"/>
              <a:chExt cx="7947038" cy="200511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>
                <a:off x="457200" y="2037867"/>
                <a:ext cx="794703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Group 59"/>
              <p:cNvGrpSpPr/>
              <p:nvPr/>
            </p:nvGrpSpPr>
            <p:grpSpPr>
              <a:xfrm>
                <a:off x="648737" y="1837356"/>
                <a:ext cx="3823616" cy="200511"/>
                <a:chOff x="1945676" y="1632568"/>
                <a:chExt cx="5413773" cy="405299"/>
              </a:xfrm>
            </p:grpSpPr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194567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 flipV="1">
                  <a:off x="238993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/>
              </p:nvCxnSpPr>
              <p:spPr>
                <a:xfrm flipV="1">
                  <a:off x="327844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 flipV="1">
                  <a:off x="372270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 flipV="1">
                  <a:off x="416695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 flipV="1">
                  <a:off x="461121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/>
              </p:nvCxnSpPr>
              <p:spPr>
                <a:xfrm flipV="1">
                  <a:off x="594398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/>
                <p:nvPr/>
              </p:nvCxnSpPr>
              <p:spPr>
                <a:xfrm flipV="1">
                  <a:off x="638823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 flipV="1">
                  <a:off x="683249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 flipV="1">
                  <a:off x="505546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 flipV="1">
                  <a:off x="549972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 flipV="1">
                  <a:off x="283418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roup 60"/>
              <p:cNvGrpSpPr/>
              <p:nvPr/>
            </p:nvGrpSpPr>
            <p:grpSpPr>
              <a:xfrm>
                <a:off x="4458841" y="1837356"/>
                <a:ext cx="3823616" cy="200511"/>
                <a:chOff x="1945676" y="1632568"/>
                <a:chExt cx="5413773" cy="405299"/>
              </a:xfrm>
            </p:grpSpPr>
            <p:cxnSp>
              <p:nvCxnSpPr>
                <p:cNvPr id="62" name="Straight Connector 61"/>
                <p:cNvCxnSpPr/>
                <p:nvPr/>
              </p:nvCxnSpPr>
              <p:spPr>
                <a:xfrm flipV="1">
                  <a:off x="194567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 flipV="1">
                  <a:off x="238993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V="1">
                  <a:off x="327844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 flipV="1">
                  <a:off x="372270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 flipV="1">
                  <a:off x="416695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 flipV="1">
                  <a:off x="4611212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 flipV="1">
                  <a:off x="5943980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 flipV="1">
                  <a:off x="638823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flipV="1">
                  <a:off x="6832496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 flipV="1">
                  <a:off x="505546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 flipV="1">
                  <a:off x="5499724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 flipV="1">
                  <a:off x="2834188" y="1632568"/>
                  <a:ext cx="526953" cy="4052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9" name="Straight Connector 148"/>
            <p:cNvCxnSpPr>
              <a:stCxn id="5" idx="1"/>
            </p:cNvCxnSpPr>
            <p:nvPr/>
          </p:nvCxnSpPr>
          <p:spPr>
            <a:xfrm>
              <a:off x="1607944" y="4113841"/>
              <a:ext cx="1774266" cy="17194"/>
            </a:xfrm>
            <a:prstGeom prst="line">
              <a:avLst/>
            </a:prstGeom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flipV="1">
              <a:off x="3382210" y="2037867"/>
              <a:ext cx="2076339" cy="2081382"/>
            </a:xfrm>
            <a:prstGeom prst="line">
              <a:avLst/>
            </a:prstGeom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5458549" y="2055475"/>
              <a:ext cx="2071615" cy="2290392"/>
            </a:xfrm>
            <a:prstGeom prst="line">
              <a:avLst/>
            </a:prstGeom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Group 162"/>
            <p:cNvGrpSpPr/>
            <p:nvPr/>
          </p:nvGrpSpPr>
          <p:grpSpPr>
            <a:xfrm rot="2956623">
              <a:off x="6700509" y="3525747"/>
              <a:ext cx="1908823" cy="1614529"/>
              <a:chOff x="5256027" y="2679380"/>
              <a:chExt cx="2186386" cy="1936166"/>
            </a:xfrm>
          </p:grpSpPr>
          <p:sp>
            <p:nvSpPr>
              <p:cNvPr id="161" name="Arc 160"/>
              <p:cNvSpPr/>
              <p:nvPr/>
            </p:nvSpPr>
            <p:spPr>
              <a:xfrm>
                <a:off x="5256027" y="3323453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Arc 161"/>
              <p:cNvSpPr/>
              <p:nvPr/>
            </p:nvSpPr>
            <p:spPr>
              <a:xfrm rot="10800000">
                <a:off x="5984822" y="2679380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4" name="TextBox 163"/>
            <p:cNvSpPr txBox="1"/>
            <p:nvPr/>
          </p:nvSpPr>
          <p:spPr>
            <a:xfrm>
              <a:off x="7065228" y="3463125"/>
              <a:ext cx="2062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Telescopic lens</a:t>
              </a:r>
              <a:endParaRPr lang="en-US" sz="2400" dirty="0"/>
            </a:p>
          </p:txBody>
        </p:sp>
        <p:cxnSp>
          <p:nvCxnSpPr>
            <p:cNvPr id="169" name="Straight Arrow Connector 168"/>
            <p:cNvCxnSpPr/>
            <p:nvPr/>
          </p:nvCxnSpPr>
          <p:spPr>
            <a:xfrm>
              <a:off x="2691017" y="3375108"/>
              <a:ext cx="152082" cy="3622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Picture 25" descr="ONS15540_ill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98450" y="4305118"/>
              <a:ext cx="544433" cy="478997"/>
            </a:xfrm>
            <a:prstGeom prst="rect">
              <a:avLst/>
            </a:prstGeom>
            <a:noFill/>
          </p:spPr>
        </p:pic>
        <p:grpSp>
          <p:nvGrpSpPr>
            <p:cNvPr id="88" name="Group 87"/>
            <p:cNvGrpSpPr/>
            <p:nvPr/>
          </p:nvGrpSpPr>
          <p:grpSpPr>
            <a:xfrm rot="2956623">
              <a:off x="4288719" y="3534234"/>
              <a:ext cx="1908823" cy="1614529"/>
              <a:chOff x="5256027" y="2679380"/>
              <a:chExt cx="2186386" cy="1936166"/>
            </a:xfrm>
          </p:grpSpPr>
          <p:sp>
            <p:nvSpPr>
              <p:cNvPr id="89" name="Arc 88"/>
              <p:cNvSpPr/>
              <p:nvPr/>
            </p:nvSpPr>
            <p:spPr>
              <a:xfrm>
                <a:off x="5256027" y="3323453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Arc 89"/>
              <p:cNvSpPr/>
              <p:nvPr/>
            </p:nvSpPr>
            <p:spPr>
              <a:xfrm rot="10800000">
                <a:off x="5984822" y="2679380"/>
                <a:ext cx="1457591" cy="1292093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7346615" y="4850382"/>
              <a:ext cx="15019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Receiver-2</a:t>
              </a:r>
              <a:endParaRPr lang="en-US" sz="2400" dirty="0"/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7195022" y="4786568"/>
              <a:ext cx="154732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8010240" y="3856479"/>
              <a:ext cx="6264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SFP</a:t>
              </a:r>
              <a:endParaRPr lang="en-US" sz="2400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18886" y="3887189"/>
              <a:ext cx="6264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SFP</a:t>
              </a:r>
              <a:endParaRPr lang="en-US" sz="2400" dirty="0"/>
            </a:p>
          </p:txBody>
        </p:sp>
        <p:cxnSp>
          <p:nvCxnSpPr>
            <p:cNvPr id="109" name="Straight Connector 108"/>
            <p:cNvCxnSpPr/>
            <p:nvPr/>
          </p:nvCxnSpPr>
          <p:spPr>
            <a:xfrm flipH="1">
              <a:off x="1864733" y="3808060"/>
              <a:ext cx="523804" cy="6703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2151881" y="4113841"/>
              <a:ext cx="0" cy="688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H="1">
              <a:off x="2121327" y="3375108"/>
              <a:ext cx="154653" cy="38507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1617188" y="2763324"/>
              <a:ext cx="14250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    Mirrors in </a:t>
              </a:r>
            </a:p>
            <a:p>
              <a:r>
                <a:rPr lang="en-US" dirty="0" smtClean="0"/>
                <a:t>“glass” mode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183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3" name="Rectangle 2"/>
          <p:cNvSpPr/>
          <p:nvPr/>
        </p:nvSpPr>
        <p:spPr>
          <a:xfrm>
            <a:off x="144444" y="4071986"/>
            <a:ext cx="2256443" cy="23182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1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6697837" y="4071986"/>
            <a:ext cx="2360909" cy="23182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Rack N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938492" y="4634435"/>
            <a:ext cx="1836794" cy="940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..</a:t>
            </a:r>
            <a:endParaRPr lang="en-US" sz="3200" dirty="0"/>
          </a:p>
        </p:txBody>
      </p:sp>
      <p:pic>
        <p:nvPicPr>
          <p:cNvPr id="39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071" y="4958893"/>
            <a:ext cx="1749655" cy="476858"/>
          </a:xfrm>
          <a:prstGeom prst="rect">
            <a:avLst/>
          </a:prstGeom>
          <a:noFill/>
        </p:spPr>
      </p:pic>
      <p:pic>
        <p:nvPicPr>
          <p:cNvPr id="43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8605" y="4958893"/>
            <a:ext cx="1749655" cy="476858"/>
          </a:xfrm>
          <a:prstGeom prst="rect">
            <a:avLst/>
          </a:prstGeom>
          <a:noFill/>
        </p:spPr>
      </p:pic>
      <p:sp>
        <p:nvSpPr>
          <p:cNvPr id="44" name="Rounded Rectangle 43"/>
          <p:cNvSpPr/>
          <p:nvPr/>
        </p:nvSpPr>
        <p:spPr>
          <a:xfrm>
            <a:off x="144444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5" name="Rounded Rectangle 44"/>
          <p:cNvSpPr/>
          <p:nvPr/>
        </p:nvSpPr>
        <p:spPr>
          <a:xfrm>
            <a:off x="6697837" y="4226870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6" name="Rounded Rectangle 45"/>
          <p:cNvSpPr/>
          <p:nvPr/>
        </p:nvSpPr>
        <p:spPr>
          <a:xfrm>
            <a:off x="1779352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7" name="Rounded Rectangle 46"/>
          <p:cNvSpPr/>
          <p:nvPr/>
        </p:nvSpPr>
        <p:spPr>
          <a:xfrm>
            <a:off x="941656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8351957" y="4217150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9" name="Rounded Rectangle 48"/>
          <p:cNvSpPr/>
          <p:nvPr/>
        </p:nvSpPr>
        <p:spPr>
          <a:xfrm>
            <a:off x="7514261" y="4217150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779060" y="1102044"/>
            <a:ext cx="7369817" cy="122940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Topology Manager</a:t>
            </a:r>
            <a:endParaRPr lang="en-US" sz="2400" dirty="0"/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441071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807061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090887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554080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7022787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8388777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7672603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135796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15544" y="4634435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1779352" y="4585255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276622" y="4616174"/>
            <a:ext cx="0" cy="342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095820" y="4608721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8359628" y="4559541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7856898" y="4590460"/>
            <a:ext cx="0" cy="342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264565" y="3284826"/>
            <a:ext cx="5558642" cy="94204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3431544" y="4071986"/>
            <a:ext cx="2256443" cy="23182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</a:t>
            </a:r>
            <a:r>
              <a:rPr lang="en-US" sz="2400" dirty="0" err="1" smtClean="0"/>
              <a:t>i</a:t>
            </a:r>
            <a:endParaRPr lang="en-US" sz="2400" dirty="0"/>
          </a:p>
        </p:txBody>
      </p:sp>
      <p:pic>
        <p:nvPicPr>
          <p:cNvPr id="88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28171" y="4958893"/>
            <a:ext cx="1749655" cy="476858"/>
          </a:xfrm>
          <a:prstGeom prst="rect">
            <a:avLst/>
          </a:prstGeom>
          <a:noFill/>
        </p:spPr>
      </p:pic>
      <p:sp>
        <p:nvSpPr>
          <p:cNvPr id="89" name="Rounded Rectangle 88"/>
          <p:cNvSpPr/>
          <p:nvPr/>
        </p:nvSpPr>
        <p:spPr>
          <a:xfrm>
            <a:off x="3431544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90" name="Rounded Rectangle 89"/>
          <p:cNvSpPr/>
          <p:nvPr/>
        </p:nvSpPr>
        <p:spPr>
          <a:xfrm>
            <a:off x="5066452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91" name="Rounded Rectangle 90"/>
          <p:cNvSpPr/>
          <p:nvPr/>
        </p:nvSpPr>
        <p:spPr>
          <a:xfrm>
            <a:off x="4228756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cxnSp>
        <p:nvCxnSpPr>
          <p:cNvPr id="92" name="Straight Connector 91"/>
          <p:cNvCxnSpPr/>
          <p:nvPr/>
        </p:nvCxnSpPr>
        <p:spPr>
          <a:xfrm flipH="1">
            <a:off x="3728171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094161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4377987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841180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3802644" y="4634435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5066452" y="4585255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4563722" y="4616174"/>
            <a:ext cx="0" cy="342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5326834" y="4624606"/>
            <a:ext cx="1836794" cy="940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..</a:t>
            </a:r>
            <a:endParaRPr lang="en-US" sz="3200" dirty="0"/>
          </a:p>
        </p:txBody>
      </p:sp>
      <p:sp>
        <p:nvSpPr>
          <p:cNvPr id="100" name="Freeform 99"/>
          <p:cNvSpPr/>
          <p:nvPr/>
        </p:nvSpPr>
        <p:spPr>
          <a:xfrm>
            <a:off x="5302897" y="3195302"/>
            <a:ext cx="1709794" cy="106582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5888999" y="1186312"/>
            <a:ext cx="17642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/>
              <a:t>Perf</a:t>
            </a:r>
            <a:r>
              <a:rPr lang="en-US" sz="2400" dirty="0" smtClean="0"/>
              <a:t>. Metrics</a:t>
            </a:r>
            <a:endParaRPr lang="en-US" sz="2400" dirty="0"/>
          </a:p>
        </p:txBody>
      </p:sp>
      <p:sp>
        <p:nvSpPr>
          <p:cNvPr id="103" name="TextBox 102"/>
          <p:cNvSpPr txBox="1"/>
          <p:nvPr/>
        </p:nvSpPr>
        <p:spPr>
          <a:xfrm>
            <a:off x="3632375" y="1189379"/>
            <a:ext cx="208182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Traffic Patterns</a:t>
            </a:r>
            <a:endParaRPr lang="en-US" sz="2400" dirty="0"/>
          </a:p>
        </p:txBody>
      </p:sp>
      <p:sp>
        <p:nvSpPr>
          <p:cNvPr id="104" name="TextBox 103"/>
          <p:cNvSpPr txBox="1"/>
          <p:nvPr/>
        </p:nvSpPr>
        <p:spPr>
          <a:xfrm>
            <a:off x="906294" y="1186313"/>
            <a:ext cx="252494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Given Architecture</a:t>
            </a:r>
            <a:endParaRPr lang="en-US" sz="2400" dirty="0"/>
          </a:p>
        </p:txBody>
      </p:sp>
      <p:sp>
        <p:nvSpPr>
          <p:cNvPr id="118" name="Freeform 117"/>
          <p:cNvSpPr/>
          <p:nvPr/>
        </p:nvSpPr>
        <p:spPr>
          <a:xfrm>
            <a:off x="3642604" y="3402762"/>
            <a:ext cx="4945259" cy="82410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/>
          <p:cNvSpPr/>
          <p:nvPr/>
        </p:nvSpPr>
        <p:spPr>
          <a:xfrm>
            <a:off x="336801" y="3437017"/>
            <a:ext cx="4945259" cy="82410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 119"/>
          <p:cNvSpPr/>
          <p:nvPr/>
        </p:nvSpPr>
        <p:spPr>
          <a:xfrm>
            <a:off x="1252423" y="3186701"/>
            <a:ext cx="2452934" cy="107442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325398" y="3154771"/>
            <a:ext cx="2716240" cy="110635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1272665" y="3082306"/>
            <a:ext cx="4958311" cy="117881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solid"/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6"/>
          <p:cNvSpPr/>
          <p:nvPr/>
        </p:nvSpPr>
        <p:spPr>
          <a:xfrm>
            <a:off x="2150565" y="3128010"/>
            <a:ext cx="2452433" cy="1133115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8"/>
          <p:cNvSpPr/>
          <p:nvPr/>
        </p:nvSpPr>
        <p:spPr>
          <a:xfrm>
            <a:off x="4602998" y="3191001"/>
            <a:ext cx="1709794" cy="106582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6115234" y="3157503"/>
            <a:ext cx="1709794" cy="106582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5794622" y="3154771"/>
            <a:ext cx="2806924" cy="109520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>
            <a:off x="3041639" y="3161655"/>
            <a:ext cx="3923302" cy="1099470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2272610">
            <a:off x="1721288" y="2175243"/>
            <a:ext cx="242316" cy="218918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Down Arrow 76"/>
          <p:cNvSpPr/>
          <p:nvPr/>
        </p:nvSpPr>
        <p:spPr>
          <a:xfrm>
            <a:off x="4430969" y="2450831"/>
            <a:ext cx="242316" cy="170968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Down Arrow 77"/>
          <p:cNvSpPr/>
          <p:nvPr/>
        </p:nvSpPr>
        <p:spPr>
          <a:xfrm rot="19343019">
            <a:off x="7339482" y="2234205"/>
            <a:ext cx="242316" cy="208449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7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4</a:t>
            </a:fld>
            <a:endParaRPr kumimoji="0" lang="en-US"/>
          </a:p>
        </p:txBody>
      </p:sp>
      <p:grpSp>
        <p:nvGrpSpPr>
          <p:cNvPr id="92" name="Group 91"/>
          <p:cNvGrpSpPr/>
          <p:nvPr/>
        </p:nvGrpSpPr>
        <p:grpSpPr>
          <a:xfrm rot="2956623">
            <a:off x="6752140" y="1276969"/>
            <a:ext cx="1908822" cy="1614528"/>
            <a:chOff x="5256027" y="2679381"/>
            <a:chExt cx="2186384" cy="1936165"/>
          </a:xfrm>
        </p:grpSpPr>
        <p:sp>
          <p:nvSpPr>
            <p:cNvPr id="182" name="Arc 181"/>
            <p:cNvSpPr/>
            <p:nvPr/>
          </p:nvSpPr>
          <p:spPr>
            <a:xfrm>
              <a:off x="5256027" y="3323453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/>
            <p:cNvSpPr/>
            <p:nvPr/>
          </p:nvSpPr>
          <p:spPr>
            <a:xfrm rot="10800000">
              <a:off x="5984820" y="2679381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 rot="2956623">
            <a:off x="4376999" y="1315462"/>
            <a:ext cx="1908823" cy="1614529"/>
            <a:chOff x="5256027" y="2679380"/>
            <a:chExt cx="2186386" cy="1936166"/>
          </a:xfrm>
        </p:grpSpPr>
        <p:sp>
          <p:nvSpPr>
            <p:cNvPr id="180" name="Arc 179"/>
            <p:cNvSpPr/>
            <p:nvPr/>
          </p:nvSpPr>
          <p:spPr>
            <a:xfrm>
              <a:off x="5256027" y="3323453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Arc 180"/>
            <p:cNvSpPr/>
            <p:nvPr/>
          </p:nvSpPr>
          <p:spPr>
            <a:xfrm rot="10800000">
              <a:off x="5984822" y="2679380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4876582" y="2602870"/>
            <a:ext cx="1501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Receiver-1</a:t>
            </a:r>
            <a:endParaRPr lang="en-US" sz="2400" dirty="0"/>
          </a:p>
        </p:txBody>
      </p:sp>
      <p:grpSp>
        <p:nvGrpSpPr>
          <p:cNvPr id="95" name="Group 94"/>
          <p:cNvGrpSpPr/>
          <p:nvPr/>
        </p:nvGrpSpPr>
        <p:grpSpPr>
          <a:xfrm>
            <a:off x="741186" y="1762097"/>
            <a:ext cx="959208" cy="770068"/>
            <a:chOff x="648736" y="4012462"/>
            <a:chExt cx="959208" cy="770068"/>
          </a:xfrm>
        </p:grpSpPr>
        <p:sp>
          <p:nvSpPr>
            <p:cNvPr id="177" name="Can 176"/>
            <p:cNvSpPr/>
            <p:nvPr/>
          </p:nvSpPr>
          <p:spPr>
            <a:xfrm rot="5400000">
              <a:off x="1026961" y="3634237"/>
              <a:ext cx="202758" cy="959208"/>
            </a:xfrm>
            <a:prstGeom prst="can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8" name="Straight Connector 177"/>
            <p:cNvCxnSpPr>
              <a:stCxn id="177" idx="4"/>
            </p:cNvCxnSpPr>
            <p:nvPr/>
          </p:nvCxnSpPr>
          <p:spPr>
            <a:xfrm flipH="1">
              <a:off x="1121466" y="4215220"/>
              <a:ext cx="6874" cy="5673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>
              <a:off x="891768" y="4782530"/>
              <a:ext cx="47290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/>
        </p:nvSpPr>
        <p:spPr>
          <a:xfrm>
            <a:off x="741186" y="1305861"/>
            <a:ext cx="842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Laser</a:t>
            </a:r>
            <a:endParaRPr lang="en-US" sz="2400" dirty="0"/>
          </a:p>
        </p:txBody>
      </p:sp>
      <p:cxnSp>
        <p:nvCxnSpPr>
          <p:cNvPr id="97" name="Straight Connector 96"/>
          <p:cNvCxnSpPr/>
          <p:nvPr/>
        </p:nvCxnSpPr>
        <p:spPr>
          <a:xfrm>
            <a:off x="227566" y="2532165"/>
            <a:ext cx="39724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4784139" y="2543889"/>
            <a:ext cx="1547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537882" y="312448"/>
            <a:ext cx="7947038" cy="214580"/>
            <a:chOff x="457200" y="1837356"/>
            <a:chExt cx="7947038" cy="214580"/>
          </a:xfrm>
        </p:grpSpPr>
        <p:cxnSp>
          <p:nvCxnSpPr>
            <p:cNvPr id="150" name="Straight Connector 149"/>
            <p:cNvCxnSpPr/>
            <p:nvPr/>
          </p:nvCxnSpPr>
          <p:spPr>
            <a:xfrm flipV="1">
              <a:off x="457200" y="2037867"/>
              <a:ext cx="7947038" cy="140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oup 150"/>
            <p:cNvGrpSpPr/>
            <p:nvPr/>
          </p:nvGrpSpPr>
          <p:grpSpPr>
            <a:xfrm>
              <a:off x="648737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165" name="Straight Connector 164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/>
            <p:cNvGrpSpPr/>
            <p:nvPr/>
          </p:nvGrpSpPr>
          <p:grpSpPr>
            <a:xfrm>
              <a:off x="4458841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153" name="Straight Connector 152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TextBox 99"/>
          <p:cNvSpPr txBox="1"/>
          <p:nvPr/>
        </p:nvSpPr>
        <p:spPr>
          <a:xfrm>
            <a:off x="1588493" y="2602870"/>
            <a:ext cx="1063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Sender</a:t>
            </a:r>
            <a:endParaRPr lang="en-US" sz="24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12906" y="527028"/>
            <a:ext cx="1890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Ceiling mirror</a:t>
            </a:r>
            <a:endParaRPr lang="en-US" sz="2400" dirty="0"/>
          </a:p>
        </p:txBody>
      </p:sp>
      <p:pic>
        <p:nvPicPr>
          <p:cNvPr id="103" name="Picture 25" descr="ONS15540_ill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566" y="2053168"/>
            <a:ext cx="544433" cy="478997"/>
          </a:xfrm>
          <a:prstGeom prst="rect">
            <a:avLst/>
          </a:prstGeom>
          <a:noFill/>
        </p:spPr>
      </p:pic>
      <p:pic>
        <p:nvPicPr>
          <p:cNvPr id="104" name="Picture 25" descr="ONS15540_ill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2690" y="2029938"/>
            <a:ext cx="544433" cy="478997"/>
          </a:xfrm>
          <a:prstGeom prst="rect">
            <a:avLst/>
          </a:prstGeom>
          <a:noFill/>
        </p:spPr>
      </p:pic>
      <p:sp>
        <p:nvSpPr>
          <p:cNvPr id="105" name="TextBox 104"/>
          <p:cNvSpPr txBox="1"/>
          <p:nvPr/>
        </p:nvSpPr>
        <p:spPr>
          <a:xfrm>
            <a:off x="-15615" y="1641612"/>
            <a:ext cx="62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SFP</a:t>
            </a:r>
            <a:endParaRPr lang="en-US" sz="2400" dirty="0"/>
          </a:p>
        </p:txBody>
      </p:sp>
      <p:cxnSp>
        <p:nvCxnSpPr>
          <p:cNvPr id="106" name="Straight Connector 105"/>
          <p:cNvCxnSpPr/>
          <p:nvPr/>
        </p:nvCxnSpPr>
        <p:spPr>
          <a:xfrm flipH="1">
            <a:off x="3141233" y="1677106"/>
            <a:ext cx="852529" cy="4071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2935549" y="1831574"/>
            <a:ext cx="0" cy="688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3577888" y="1840253"/>
            <a:ext cx="0" cy="691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77" idx="1"/>
          </p:cNvCxnSpPr>
          <p:nvPr/>
        </p:nvCxnSpPr>
        <p:spPr>
          <a:xfrm>
            <a:off x="1700394" y="1863476"/>
            <a:ext cx="1215609" cy="17194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638378" y="697625"/>
            <a:ext cx="1700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“glass” mode</a:t>
            </a:r>
            <a:endParaRPr lang="en-US" sz="2200" dirty="0"/>
          </a:p>
        </p:txBody>
      </p:sp>
      <p:pic>
        <p:nvPicPr>
          <p:cNvPr id="111" name="Picture 25" descr="ONS15540_ill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90900" y="2054753"/>
            <a:ext cx="544433" cy="478997"/>
          </a:xfrm>
          <a:prstGeom prst="rect">
            <a:avLst/>
          </a:prstGeom>
          <a:noFill/>
        </p:spPr>
      </p:pic>
      <p:sp>
        <p:nvSpPr>
          <p:cNvPr id="112" name="TextBox 111"/>
          <p:cNvSpPr txBox="1"/>
          <p:nvPr/>
        </p:nvSpPr>
        <p:spPr>
          <a:xfrm>
            <a:off x="7439065" y="2602870"/>
            <a:ext cx="1501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Receiver-2</a:t>
            </a:r>
            <a:endParaRPr lang="en-US" sz="2400" dirty="0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7287472" y="2543889"/>
            <a:ext cx="1547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4101116" y="512959"/>
            <a:ext cx="1136116" cy="1336399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2883716" y="512959"/>
            <a:ext cx="1217400" cy="1368636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102690" y="1606114"/>
            <a:ext cx="62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SFP</a:t>
            </a:r>
            <a:endParaRPr lang="en-US" sz="2400" dirty="0"/>
          </a:p>
        </p:txBody>
      </p:sp>
      <p:sp>
        <p:nvSpPr>
          <p:cNvPr id="117" name="TextBox 116"/>
          <p:cNvSpPr txBox="1"/>
          <p:nvPr/>
        </p:nvSpPr>
        <p:spPr>
          <a:xfrm>
            <a:off x="5711336" y="1636824"/>
            <a:ext cx="62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SFP</a:t>
            </a:r>
            <a:endParaRPr lang="en-US" sz="2400" dirty="0"/>
          </a:p>
        </p:txBody>
      </p:sp>
      <p:cxnSp>
        <p:nvCxnSpPr>
          <p:cNvPr id="118" name="Straight Connector 117"/>
          <p:cNvCxnSpPr/>
          <p:nvPr/>
        </p:nvCxnSpPr>
        <p:spPr>
          <a:xfrm flipH="1">
            <a:off x="1957183" y="1557695"/>
            <a:ext cx="523804" cy="670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2244331" y="1863476"/>
            <a:ext cx="0" cy="688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>
            <a:off x="2213777" y="1124743"/>
            <a:ext cx="154653" cy="3850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1" name="Group 120"/>
          <p:cNvGrpSpPr/>
          <p:nvPr/>
        </p:nvGrpSpPr>
        <p:grpSpPr>
          <a:xfrm rot="8497906">
            <a:off x="2473454" y="1832647"/>
            <a:ext cx="1061382" cy="200511"/>
            <a:chOff x="457200" y="1837356"/>
            <a:chExt cx="7947038" cy="200511"/>
          </a:xfrm>
        </p:grpSpPr>
        <p:cxnSp>
          <p:nvCxnSpPr>
            <p:cNvPr id="123" name="Straight Connector 122"/>
            <p:cNvCxnSpPr/>
            <p:nvPr/>
          </p:nvCxnSpPr>
          <p:spPr>
            <a:xfrm>
              <a:off x="457200" y="2037867"/>
              <a:ext cx="79470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 123"/>
            <p:cNvGrpSpPr/>
            <p:nvPr/>
          </p:nvGrpSpPr>
          <p:grpSpPr>
            <a:xfrm>
              <a:off x="648737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138" name="Straight Connector 137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/>
            <p:cNvGrpSpPr/>
            <p:nvPr/>
          </p:nvGrpSpPr>
          <p:grpSpPr>
            <a:xfrm>
              <a:off x="4458841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2" name="TextBox 121"/>
          <p:cNvSpPr txBox="1"/>
          <p:nvPr/>
        </p:nvSpPr>
        <p:spPr>
          <a:xfrm>
            <a:off x="7157678" y="1212760"/>
            <a:ext cx="206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Telescopic lens</a:t>
            </a:r>
            <a:endParaRPr lang="en-US" sz="24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728816" y="4866320"/>
            <a:ext cx="959208" cy="770068"/>
            <a:chOff x="648736" y="4012462"/>
            <a:chExt cx="959208" cy="770068"/>
          </a:xfrm>
        </p:grpSpPr>
        <p:sp>
          <p:nvSpPr>
            <p:cNvPr id="278" name="Can 277"/>
            <p:cNvSpPr/>
            <p:nvPr/>
          </p:nvSpPr>
          <p:spPr>
            <a:xfrm rot="5400000">
              <a:off x="1026961" y="3634237"/>
              <a:ext cx="202758" cy="959208"/>
            </a:xfrm>
            <a:prstGeom prst="can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9" name="Straight Connector 278"/>
            <p:cNvCxnSpPr>
              <a:stCxn id="278" idx="4"/>
            </p:cNvCxnSpPr>
            <p:nvPr/>
          </p:nvCxnSpPr>
          <p:spPr>
            <a:xfrm flipH="1">
              <a:off x="1121466" y="4215220"/>
              <a:ext cx="6874" cy="5673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>
              <a:off x="891768" y="4782530"/>
              <a:ext cx="47290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0" name="TextBox 189"/>
          <p:cNvSpPr txBox="1"/>
          <p:nvPr/>
        </p:nvSpPr>
        <p:spPr>
          <a:xfrm>
            <a:off x="728816" y="4410084"/>
            <a:ext cx="842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Laser</a:t>
            </a:r>
            <a:endParaRPr lang="en-US" sz="2400" dirty="0"/>
          </a:p>
        </p:txBody>
      </p:sp>
      <p:cxnSp>
        <p:nvCxnSpPr>
          <p:cNvPr id="191" name="Straight Connector 190"/>
          <p:cNvCxnSpPr/>
          <p:nvPr/>
        </p:nvCxnSpPr>
        <p:spPr>
          <a:xfrm>
            <a:off x="215196" y="5636388"/>
            <a:ext cx="39724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>
            <a:off x="4771769" y="5648112"/>
            <a:ext cx="1547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3" name="Group 192"/>
          <p:cNvGrpSpPr/>
          <p:nvPr/>
        </p:nvGrpSpPr>
        <p:grpSpPr>
          <a:xfrm>
            <a:off x="595265" y="3416671"/>
            <a:ext cx="7947038" cy="200511"/>
            <a:chOff x="457200" y="1837356"/>
            <a:chExt cx="7947038" cy="200511"/>
          </a:xfrm>
        </p:grpSpPr>
        <p:cxnSp>
          <p:nvCxnSpPr>
            <p:cNvPr id="251" name="Straight Connector 250"/>
            <p:cNvCxnSpPr/>
            <p:nvPr/>
          </p:nvCxnSpPr>
          <p:spPr>
            <a:xfrm>
              <a:off x="457200" y="2037867"/>
              <a:ext cx="79470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Group 251"/>
            <p:cNvGrpSpPr/>
            <p:nvPr/>
          </p:nvGrpSpPr>
          <p:grpSpPr>
            <a:xfrm>
              <a:off x="648737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266" name="Straight Connector 265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3" name="Group 252"/>
            <p:cNvGrpSpPr/>
            <p:nvPr/>
          </p:nvGrpSpPr>
          <p:grpSpPr>
            <a:xfrm>
              <a:off x="4458841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254" name="Straight Connector 253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4" name="TextBox 193"/>
          <p:cNvSpPr txBox="1"/>
          <p:nvPr/>
        </p:nvSpPr>
        <p:spPr>
          <a:xfrm>
            <a:off x="1576123" y="5715846"/>
            <a:ext cx="1063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Sender</a:t>
            </a:r>
            <a:endParaRPr lang="en-US" sz="2400" dirty="0"/>
          </a:p>
        </p:txBody>
      </p:sp>
      <p:sp>
        <p:nvSpPr>
          <p:cNvPr id="195" name="TextBox 194"/>
          <p:cNvSpPr txBox="1"/>
          <p:nvPr/>
        </p:nvSpPr>
        <p:spPr>
          <a:xfrm>
            <a:off x="4794459" y="5715846"/>
            <a:ext cx="1501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Receiver-1</a:t>
            </a:r>
            <a:endParaRPr lang="en-US" sz="2400" dirty="0"/>
          </a:p>
        </p:txBody>
      </p:sp>
      <p:pic>
        <p:nvPicPr>
          <p:cNvPr id="197" name="Picture 25" descr="ONS15540_ill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196" y="5157391"/>
            <a:ext cx="544433" cy="478997"/>
          </a:xfrm>
          <a:prstGeom prst="rect">
            <a:avLst/>
          </a:prstGeom>
          <a:noFill/>
        </p:spPr>
      </p:pic>
      <p:pic>
        <p:nvPicPr>
          <p:cNvPr id="198" name="Picture 25" descr="ONS15540_ill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0320" y="5134161"/>
            <a:ext cx="544433" cy="478997"/>
          </a:xfrm>
          <a:prstGeom prst="rect">
            <a:avLst/>
          </a:prstGeom>
          <a:noFill/>
        </p:spPr>
      </p:pic>
      <p:sp>
        <p:nvSpPr>
          <p:cNvPr id="199" name="TextBox 198"/>
          <p:cNvSpPr txBox="1"/>
          <p:nvPr/>
        </p:nvSpPr>
        <p:spPr>
          <a:xfrm>
            <a:off x="-15615" y="4745835"/>
            <a:ext cx="62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SFP</a:t>
            </a:r>
            <a:endParaRPr lang="en-US" sz="2400" dirty="0"/>
          </a:p>
        </p:txBody>
      </p:sp>
      <p:cxnSp>
        <p:nvCxnSpPr>
          <p:cNvPr id="200" name="Straight Connector 199"/>
          <p:cNvCxnSpPr/>
          <p:nvPr/>
        </p:nvCxnSpPr>
        <p:spPr>
          <a:xfrm flipH="1">
            <a:off x="2529062" y="4679916"/>
            <a:ext cx="792249" cy="572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>
            <a:off x="2923179" y="4935797"/>
            <a:ext cx="0" cy="688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3565518" y="4944476"/>
            <a:ext cx="0" cy="691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/>
          <p:cNvGrpSpPr/>
          <p:nvPr/>
        </p:nvGrpSpPr>
        <p:grpSpPr>
          <a:xfrm rot="9293322">
            <a:off x="3080056" y="4914865"/>
            <a:ext cx="1061382" cy="200511"/>
            <a:chOff x="457200" y="1837356"/>
            <a:chExt cx="7947038" cy="200511"/>
          </a:xfrm>
        </p:grpSpPr>
        <p:cxnSp>
          <p:nvCxnSpPr>
            <p:cNvPr id="224" name="Straight Connector 223"/>
            <p:cNvCxnSpPr/>
            <p:nvPr/>
          </p:nvCxnSpPr>
          <p:spPr>
            <a:xfrm>
              <a:off x="457200" y="2037867"/>
              <a:ext cx="79470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" name="Group 224"/>
            <p:cNvGrpSpPr/>
            <p:nvPr/>
          </p:nvGrpSpPr>
          <p:grpSpPr>
            <a:xfrm>
              <a:off x="648737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239" name="Straight Connector 238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" name="Group 225"/>
            <p:cNvGrpSpPr/>
            <p:nvPr/>
          </p:nvGrpSpPr>
          <p:grpSpPr>
            <a:xfrm>
              <a:off x="4458841" y="1837356"/>
              <a:ext cx="3823616" cy="200511"/>
              <a:chOff x="1945676" y="1632568"/>
              <a:chExt cx="5413773" cy="405299"/>
            </a:xfrm>
          </p:grpSpPr>
          <p:cxnSp>
            <p:nvCxnSpPr>
              <p:cNvPr id="227" name="Straight Connector 226"/>
              <p:cNvCxnSpPr/>
              <p:nvPr/>
            </p:nvCxnSpPr>
            <p:spPr>
              <a:xfrm flipV="1">
                <a:off x="194567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>
              <a:xfrm flipV="1">
                <a:off x="238993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/>
              <p:cNvCxnSpPr/>
              <p:nvPr/>
            </p:nvCxnSpPr>
            <p:spPr>
              <a:xfrm flipV="1">
                <a:off x="327844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/>
              <p:cNvCxnSpPr/>
              <p:nvPr/>
            </p:nvCxnSpPr>
            <p:spPr>
              <a:xfrm flipV="1">
                <a:off x="372270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/>
              <p:cNvCxnSpPr/>
              <p:nvPr/>
            </p:nvCxnSpPr>
            <p:spPr>
              <a:xfrm flipV="1">
                <a:off x="416695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/>
              <p:cNvCxnSpPr/>
              <p:nvPr/>
            </p:nvCxnSpPr>
            <p:spPr>
              <a:xfrm flipV="1">
                <a:off x="4611212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/>
              <p:cNvCxnSpPr/>
              <p:nvPr/>
            </p:nvCxnSpPr>
            <p:spPr>
              <a:xfrm flipV="1">
                <a:off x="5943980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/>
              <p:cNvCxnSpPr/>
              <p:nvPr/>
            </p:nvCxnSpPr>
            <p:spPr>
              <a:xfrm flipV="1">
                <a:off x="638823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/>
              <p:cNvCxnSpPr/>
              <p:nvPr/>
            </p:nvCxnSpPr>
            <p:spPr>
              <a:xfrm flipV="1">
                <a:off x="6832496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/>
              <p:cNvCxnSpPr/>
              <p:nvPr/>
            </p:nvCxnSpPr>
            <p:spPr>
              <a:xfrm flipV="1">
                <a:off x="505546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/>
              <p:cNvCxnSpPr/>
              <p:nvPr/>
            </p:nvCxnSpPr>
            <p:spPr>
              <a:xfrm flipV="1">
                <a:off x="5499724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/>
              <p:cNvCxnSpPr/>
              <p:nvPr/>
            </p:nvCxnSpPr>
            <p:spPr>
              <a:xfrm flipV="1">
                <a:off x="2834188" y="1632568"/>
                <a:ext cx="526953" cy="4052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4" name="Straight Connector 203"/>
          <p:cNvCxnSpPr>
            <a:stCxn id="278" idx="1"/>
          </p:cNvCxnSpPr>
          <p:nvPr/>
        </p:nvCxnSpPr>
        <p:spPr>
          <a:xfrm>
            <a:off x="1688024" y="4967699"/>
            <a:ext cx="1774266" cy="17194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3462290" y="3617182"/>
            <a:ext cx="2134324" cy="1355925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>
            <a:off x="5596614" y="3617182"/>
            <a:ext cx="2013630" cy="1582543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>
            <a:off x="2771097" y="4228966"/>
            <a:ext cx="152082" cy="362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0" name="Picture 25" descr="ONS15540_ill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78530" y="5158976"/>
            <a:ext cx="544433" cy="478997"/>
          </a:xfrm>
          <a:prstGeom prst="rect">
            <a:avLst/>
          </a:prstGeom>
          <a:noFill/>
        </p:spPr>
      </p:pic>
      <p:sp>
        <p:nvSpPr>
          <p:cNvPr id="212" name="TextBox 211"/>
          <p:cNvSpPr txBox="1"/>
          <p:nvPr/>
        </p:nvSpPr>
        <p:spPr>
          <a:xfrm>
            <a:off x="7426695" y="5715846"/>
            <a:ext cx="1501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Receiver-2</a:t>
            </a:r>
            <a:endParaRPr lang="en-US" sz="2400" dirty="0"/>
          </a:p>
        </p:txBody>
      </p:sp>
      <p:cxnSp>
        <p:nvCxnSpPr>
          <p:cNvPr id="213" name="Straight Connector 212"/>
          <p:cNvCxnSpPr/>
          <p:nvPr/>
        </p:nvCxnSpPr>
        <p:spPr>
          <a:xfrm>
            <a:off x="7275102" y="5640426"/>
            <a:ext cx="1547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8090320" y="4710337"/>
            <a:ext cx="62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SFP</a:t>
            </a:r>
            <a:endParaRPr lang="en-US" sz="2400" dirty="0"/>
          </a:p>
        </p:txBody>
      </p:sp>
      <p:sp>
        <p:nvSpPr>
          <p:cNvPr id="215" name="TextBox 214"/>
          <p:cNvSpPr txBox="1"/>
          <p:nvPr/>
        </p:nvSpPr>
        <p:spPr>
          <a:xfrm>
            <a:off x="5698966" y="4741047"/>
            <a:ext cx="62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SFP</a:t>
            </a:r>
            <a:endParaRPr lang="en-US" sz="2400" dirty="0"/>
          </a:p>
        </p:txBody>
      </p:sp>
      <p:cxnSp>
        <p:nvCxnSpPr>
          <p:cNvPr id="216" name="Straight Connector 215"/>
          <p:cNvCxnSpPr/>
          <p:nvPr/>
        </p:nvCxnSpPr>
        <p:spPr>
          <a:xfrm flipH="1">
            <a:off x="1944813" y="4661918"/>
            <a:ext cx="523804" cy="670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>
            <a:off x="2231961" y="4967699"/>
            <a:ext cx="0" cy="688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flipH="1">
            <a:off x="2201407" y="4228966"/>
            <a:ext cx="154653" cy="3850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1697268" y="3832625"/>
            <a:ext cx="1700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“glass” mode</a:t>
            </a:r>
            <a:endParaRPr lang="en-US" sz="2200" dirty="0"/>
          </a:p>
        </p:txBody>
      </p:sp>
      <p:grpSp>
        <p:nvGrpSpPr>
          <p:cNvPr id="207" name="Group 206"/>
          <p:cNvGrpSpPr/>
          <p:nvPr/>
        </p:nvGrpSpPr>
        <p:grpSpPr>
          <a:xfrm rot="2956623">
            <a:off x="6780589" y="4379605"/>
            <a:ext cx="1908823" cy="1614529"/>
            <a:chOff x="5256027" y="2679380"/>
            <a:chExt cx="2186386" cy="1936166"/>
          </a:xfrm>
        </p:grpSpPr>
        <p:sp>
          <p:nvSpPr>
            <p:cNvPr id="222" name="Arc 221"/>
            <p:cNvSpPr/>
            <p:nvPr/>
          </p:nvSpPr>
          <p:spPr>
            <a:xfrm>
              <a:off x="5256027" y="3323453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Arc 222"/>
            <p:cNvSpPr/>
            <p:nvPr/>
          </p:nvSpPr>
          <p:spPr>
            <a:xfrm rot="10800000">
              <a:off x="5984822" y="2679380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1" name="Group 210"/>
          <p:cNvGrpSpPr/>
          <p:nvPr/>
        </p:nvGrpSpPr>
        <p:grpSpPr>
          <a:xfrm rot="2956623">
            <a:off x="4368799" y="4388092"/>
            <a:ext cx="1908823" cy="1614529"/>
            <a:chOff x="5256027" y="2679380"/>
            <a:chExt cx="2186386" cy="1936166"/>
          </a:xfrm>
        </p:grpSpPr>
        <p:sp>
          <p:nvSpPr>
            <p:cNvPr id="220" name="Arc 219"/>
            <p:cNvSpPr/>
            <p:nvPr/>
          </p:nvSpPr>
          <p:spPr>
            <a:xfrm>
              <a:off x="5256027" y="3323453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Arc 220"/>
            <p:cNvSpPr/>
            <p:nvPr/>
          </p:nvSpPr>
          <p:spPr>
            <a:xfrm rot="10800000">
              <a:off x="5984822" y="2679380"/>
              <a:ext cx="1457591" cy="129209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626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3" name="Rectangle 2"/>
          <p:cNvSpPr/>
          <p:nvPr/>
        </p:nvSpPr>
        <p:spPr>
          <a:xfrm>
            <a:off x="144444" y="4071986"/>
            <a:ext cx="2256443" cy="1915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1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6697837" y="4071986"/>
            <a:ext cx="2360909" cy="1915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Rack N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938492" y="4634435"/>
            <a:ext cx="1836794" cy="940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..</a:t>
            </a:r>
            <a:endParaRPr lang="en-US" sz="3200" dirty="0"/>
          </a:p>
        </p:txBody>
      </p:sp>
      <p:pic>
        <p:nvPicPr>
          <p:cNvPr id="39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071" y="4958893"/>
            <a:ext cx="1749655" cy="476858"/>
          </a:xfrm>
          <a:prstGeom prst="rect">
            <a:avLst/>
          </a:prstGeom>
          <a:noFill/>
        </p:spPr>
      </p:pic>
      <p:pic>
        <p:nvPicPr>
          <p:cNvPr id="43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8605" y="4958893"/>
            <a:ext cx="1749655" cy="476858"/>
          </a:xfrm>
          <a:prstGeom prst="rect">
            <a:avLst/>
          </a:prstGeom>
          <a:noFill/>
        </p:spPr>
      </p:pic>
      <p:sp>
        <p:nvSpPr>
          <p:cNvPr id="44" name="Rounded Rectangle 43"/>
          <p:cNvSpPr/>
          <p:nvPr/>
        </p:nvSpPr>
        <p:spPr>
          <a:xfrm>
            <a:off x="144444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5" name="Rounded Rectangle 44"/>
          <p:cNvSpPr/>
          <p:nvPr/>
        </p:nvSpPr>
        <p:spPr>
          <a:xfrm>
            <a:off x="6697837" y="4226870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6" name="Rounded Rectangle 45"/>
          <p:cNvSpPr/>
          <p:nvPr/>
        </p:nvSpPr>
        <p:spPr>
          <a:xfrm>
            <a:off x="1779352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7" name="Rounded Rectangle 46"/>
          <p:cNvSpPr/>
          <p:nvPr/>
        </p:nvSpPr>
        <p:spPr>
          <a:xfrm>
            <a:off x="941656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8351957" y="4217150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49" name="Rounded Rectangle 48"/>
          <p:cNvSpPr/>
          <p:nvPr/>
        </p:nvSpPr>
        <p:spPr>
          <a:xfrm>
            <a:off x="7514261" y="4217150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904053" y="1209358"/>
            <a:ext cx="7369817" cy="176461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441071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807061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090887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554080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7022787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8388777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7672603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135796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15544" y="4634435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1779352" y="4585255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276622" y="4616174"/>
            <a:ext cx="0" cy="342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095820" y="4608721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8359628" y="4559541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7856898" y="4590460"/>
            <a:ext cx="0" cy="342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264565" y="3284826"/>
            <a:ext cx="5558642" cy="94204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3431544" y="4071986"/>
            <a:ext cx="2256443" cy="1915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</a:t>
            </a:r>
            <a:r>
              <a:rPr lang="en-US" sz="2400" dirty="0" err="1" smtClean="0"/>
              <a:t>i</a:t>
            </a:r>
            <a:endParaRPr lang="en-US" sz="2400" dirty="0"/>
          </a:p>
        </p:txBody>
      </p:sp>
      <p:pic>
        <p:nvPicPr>
          <p:cNvPr id="88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28171" y="4958893"/>
            <a:ext cx="1749655" cy="476858"/>
          </a:xfrm>
          <a:prstGeom prst="rect">
            <a:avLst/>
          </a:prstGeom>
          <a:noFill/>
        </p:spPr>
      </p:pic>
      <p:sp>
        <p:nvSpPr>
          <p:cNvPr id="89" name="Rounded Rectangle 88"/>
          <p:cNvSpPr/>
          <p:nvPr/>
        </p:nvSpPr>
        <p:spPr>
          <a:xfrm>
            <a:off x="3431544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90" name="Rounded Rectangle 89"/>
          <p:cNvSpPr/>
          <p:nvPr/>
        </p:nvSpPr>
        <p:spPr>
          <a:xfrm>
            <a:off x="5066452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sp>
        <p:nvSpPr>
          <p:cNvPr id="91" name="Rounded Rectangle 90"/>
          <p:cNvSpPr/>
          <p:nvPr/>
        </p:nvSpPr>
        <p:spPr>
          <a:xfrm>
            <a:off x="4228756" y="4261125"/>
            <a:ext cx="621535" cy="37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FSO</a:t>
            </a:r>
            <a:endParaRPr lang="en-US" dirty="0"/>
          </a:p>
        </p:txBody>
      </p:sp>
      <p:cxnSp>
        <p:nvCxnSpPr>
          <p:cNvPr id="92" name="Straight Connector 91"/>
          <p:cNvCxnSpPr/>
          <p:nvPr/>
        </p:nvCxnSpPr>
        <p:spPr>
          <a:xfrm flipH="1">
            <a:off x="3728171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094161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4377987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841180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3802644" y="4634435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5066452" y="4585255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4563722" y="4616174"/>
            <a:ext cx="0" cy="342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5326834" y="4624606"/>
            <a:ext cx="1836794" cy="940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..</a:t>
            </a:r>
            <a:endParaRPr lang="en-US" sz="3200" dirty="0"/>
          </a:p>
        </p:txBody>
      </p:sp>
      <p:sp>
        <p:nvSpPr>
          <p:cNvPr id="100" name="Freeform 99"/>
          <p:cNvSpPr/>
          <p:nvPr/>
        </p:nvSpPr>
        <p:spPr>
          <a:xfrm>
            <a:off x="5302897" y="3195302"/>
            <a:ext cx="1709794" cy="106582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4135576" y="1209359"/>
            <a:ext cx="122882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Traffic </a:t>
            </a:r>
          </a:p>
          <a:p>
            <a:r>
              <a:rPr lang="en-US" sz="2400" dirty="0" smtClean="0"/>
              <a:t>Patterns</a:t>
            </a:r>
            <a:endParaRPr lang="en-US" sz="2400" dirty="0"/>
          </a:p>
        </p:txBody>
      </p:sp>
      <p:sp>
        <p:nvSpPr>
          <p:cNvPr id="104" name="TextBox 103"/>
          <p:cNvSpPr txBox="1"/>
          <p:nvPr/>
        </p:nvSpPr>
        <p:spPr>
          <a:xfrm>
            <a:off x="1244182" y="1224649"/>
            <a:ext cx="169187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Pre-</a:t>
            </a:r>
            <a:r>
              <a:rPr lang="en-US" sz="2400" dirty="0" err="1" smtClean="0"/>
              <a:t>conf</a:t>
            </a:r>
            <a:endParaRPr lang="en-US" sz="2400" dirty="0"/>
          </a:p>
          <a:p>
            <a:pPr algn="ctr"/>
            <a:r>
              <a:rPr lang="en-US" sz="2400" dirty="0" smtClean="0"/>
              <a:t>Alignments</a:t>
            </a:r>
            <a:endParaRPr lang="en-US" sz="2400" dirty="0"/>
          </a:p>
        </p:txBody>
      </p:sp>
      <p:sp>
        <p:nvSpPr>
          <p:cNvPr id="118" name="Freeform 117"/>
          <p:cNvSpPr/>
          <p:nvPr/>
        </p:nvSpPr>
        <p:spPr>
          <a:xfrm>
            <a:off x="3642604" y="3402762"/>
            <a:ext cx="4945259" cy="82410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/>
          <p:cNvSpPr/>
          <p:nvPr/>
        </p:nvSpPr>
        <p:spPr>
          <a:xfrm>
            <a:off x="336801" y="3437017"/>
            <a:ext cx="4945259" cy="82410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 119"/>
          <p:cNvSpPr/>
          <p:nvPr/>
        </p:nvSpPr>
        <p:spPr>
          <a:xfrm>
            <a:off x="1252423" y="3186701"/>
            <a:ext cx="2452934" cy="107442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325398" y="3154771"/>
            <a:ext cx="2716240" cy="110635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1272665" y="3082306"/>
            <a:ext cx="4958311" cy="117881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solid"/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6"/>
          <p:cNvSpPr/>
          <p:nvPr/>
        </p:nvSpPr>
        <p:spPr>
          <a:xfrm>
            <a:off x="2150565" y="3128010"/>
            <a:ext cx="2452433" cy="1133115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8"/>
          <p:cNvSpPr/>
          <p:nvPr/>
        </p:nvSpPr>
        <p:spPr>
          <a:xfrm>
            <a:off x="4602998" y="3191001"/>
            <a:ext cx="1709794" cy="106582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6115234" y="3157503"/>
            <a:ext cx="1709794" cy="106582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5794622" y="3154771"/>
            <a:ext cx="2806924" cy="109520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>
            <a:off x="3041639" y="3161655"/>
            <a:ext cx="3923302" cy="1099470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2272610">
            <a:off x="1492714" y="2841393"/>
            <a:ext cx="408954" cy="150178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77" name="Down Arrow 76"/>
          <p:cNvSpPr/>
          <p:nvPr/>
        </p:nvSpPr>
        <p:spPr>
          <a:xfrm>
            <a:off x="4377987" y="2973970"/>
            <a:ext cx="472304" cy="118655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Down Arrow 77"/>
          <p:cNvSpPr/>
          <p:nvPr/>
        </p:nvSpPr>
        <p:spPr>
          <a:xfrm rot="19343019">
            <a:off x="7391479" y="2904038"/>
            <a:ext cx="486489" cy="137378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63148" y="2358443"/>
            <a:ext cx="253266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Topology Manager </a:t>
            </a:r>
            <a:endParaRPr lang="en-US" sz="2400" dirty="0"/>
          </a:p>
        </p:txBody>
      </p:sp>
      <p:sp>
        <p:nvSpPr>
          <p:cNvPr id="79" name="TextBox 78"/>
          <p:cNvSpPr txBox="1"/>
          <p:nvPr/>
        </p:nvSpPr>
        <p:spPr>
          <a:xfrm>
            <a:off x="6432597" y="1782904"/>
            <a:ext cx="130967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Routing </a:t>
            </a:r>
          </a:p>
          <a:p>
            <a:r>
              <a:rPr lang="en-US" sz="2400" dirty="0" smtClean="0"/>
              <a:t>Manager 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506656" y="2055646"/>
            <a:ext cx="209237" cy="3027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3" idx="2"/>
          </p:cNvCxnSpPr>
          <p:nvPr/>
        </p:nvCxnSpPr>
        <p:spPr>
          <a:xfrm flipH="1">
            <a:off x="4158848" y="2040356"/>
            <a:ext cx="591139" cy="3180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80586" y="1209359"/>
            <a:ext cx="0" cy="1764611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408666" y="1579758"/>
            <a:ext cx="1007207" cy="4605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536738" y="2358443"/>
            <a:ext cx="1879135" cy="2554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4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/>
          <p:cNvSpPr/>
          <p:nvPr/>
        </p:nvSpPr>
        <p:spPr>
          <a:xfrm>
            <a:off x="6786187" y="4071986"/>
            <a:ext cx="2256443" cy="1915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n</a:t>
            </a:r>
            <a:endParaRPr lang="en-US" sz="2400" dirty="0"/>
          </a:p>
        </p:txBody>
      </p:sp>
      <p:sp>
        <p:nvSpPr>
          <p:cNvPr id="80" name="Rectangle 79"/>
          <p:cNvSpPr/>
          <p:nvPr/>
        </p:nvSpPr>
        <p:spPr>
          <a:xfrm>
            <a:off x="3550961" y="4071986"/>
            <a:ext cx="2256443" cy="1915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</a:t>
            </a:r>
            <a:r>
              <a:rPr lang="en-US" sz="2400" dirty="0" err="1"/>
              <a:t>i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3" name="Rectangle 2"/>
          <p:cNvSpPr/>
          <p:nvPr/>
        </p:nvSpPr>
        <p:spPr>
          <a:xfrm>
            <a:off x="144444" y="4071986"/>
            <a:ext cx="2256443" cy="19151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Rack 1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938492" y="4634435"/>
            <a:ext cx="1836794" cy="940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..</a:t>
            </a:r>
            <a:endParaRPr lang="en-US" sz="3200" dirty="0"/>
          </a:p>
        </p:txBody>
      </p:sp>
      <p:pic>
        <p:nvPicPr>
          <p:cNvPr id="39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071" y="4958893"/>
            <a:ext cx="1749655" cy="476858"/>
          </a:xfrm>
          <a:prstGeom prst="rect">
            <a:avLst/>
          </a:prstGeom>
          <a:noFill/>
        </p:spPr>
      </p:pic>
      <p:sp>
        <p:nvSpPr>
          <p:cNvPr id="44" name="Rounded Rectangle 43"/>
          <p:cNvSpPr/>
          <p:nvPr/>
        </p:nvSpPr>
        <p:spPr>
          <a:xfrm>
            <a:off x="368172" y="4211945"/>
            <a:ext cx="829424" cy="422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FSO</a:t>
            </a:r>
            <a:endParaRPr lang="en-US" sz="2400" dirty="0"/>
          </a:p>
        </p:txBody>
      </p:sp>
      <p:sp>
        <p:nvSpPr>
          <p:cNvPr id="46" name="Rounded Rectangle 45"/>
          <p:cNvSpPr/>
          <p:nvPr/>
        </p:nvSpPr>
        <p:spPr>
          <a:xfrm>
            <a:off x="1441244" y="4217921"/>
            <a:ext cx="823321" cy="41651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FSO</a:t>
            </a:r>
            <a:endParaRPr lang="en-US" sz="2400" dirty="0"/>
          </a:p>
        </p:txBody>
      </p:sp>
      <p:sp>
        <p:nvSpPr>
          <p:cNvPr id="50" name="Rounded Rectangle 49"/>
          <p:cNvSpPr/>
          <p:nvPr/>
        </p:nvSpPr>
        <p:spPr>
          <a:xfrm>
            <a:off x="904053" y="1209358"/>
            <a:ext cx="7369817" cy="176461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441071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807061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090887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554080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778835" y="4616174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1548913" y="4616174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1824792" y="3269901"/>
            <a:ext cx="5558642" cy="942044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326834" y="4624606"/>
            <a:ext cx="1836794" cy="940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..</a:t>
            </a:r>
            <a:endParaRPr lang="en-US" sz="3200" dirty="0"/>
          </a:p>
        </p:txBody>
      </p:sp>
      <p:sp>
        <p:nvSpPr>
          <p:cNvPr id="100" name="Freeform 99"/>
          <p:cNvSpPr/>
          <p:nvPr/>
        </p:nvSpPr>
        <p:spPr>
          <a:xfrm>
            <a:off x="5312030" y="3269901"/>
            <a:ext cx="1978596" cy="890620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4135576" y="1209359"/>
            <a:ext cx="122882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Traffic </a:t>
            </a:r>
          </a:p>
          <a:p>
            <a:pPr algn="ctr"/>
            <a:r>
              <a:rPr lang="en-US" sz="2400" dirty="0" smtClean="0"/>
              <a:t>Patterns</a:t>
            </a:r>
            <a:endParaRPr lang="en-US" sz="2400" dirty="0"/>
          </a:p>
        </p:txBody>
      </p:sp>
      <p:sp>
        <p:nvSpPr>
          <p:cNvPr id="104" name="TextBox 103"/>
          <p:cNvSpPr txBox="1"/>
          <p:nvPr/>
        </p:nvSpPr>
        <p:spPr>
          <a:xfrm>
            <a:off x="1244182" y="1224649"/>
            <a:ext cx="169187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Pre-conf.</a:t>
            </a:r>
            <a:endParaRPr lang="en-US" sz="2400" dirty="0"/>
          </a:p>
          <a:p>
            <a:pPr algn="ctr"/>
            <a:r>
              <a:rPr lang="en-US" sz="2400" dirty="0" smtClean="0"/>
              <a:t>Alignments</a:t>
            </a:r>
            <a:endParaRPr lang="en-US" sz="2400" dirty="0"/>
          </a:p>
        </p:txBody>
      </p:sp>
      <p:sp>
        <p:nvSpPr>
          <p:cNvPr id="118" name="Freeform 117"/>
          <p:cNvSpPr/>
          <p:nvPr/>
        </p:nvSpPr>
        <p:spPr>
          <a:xfrm>
            <a:off x="4135577" y="3402763"/>
            <a:ext cx="4313228" cy="757758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/>
          <p:cNvSpPr/>
          <p:nvPr/>
        </p:nvSpPr>
        <p:spPr>
          <a:xfrm>
            <a:off x="794657" y="3362977"/>
            <a:ext cx="4446930" cy="797543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794657" y="3362977"/>
            <a:ext cx="2302349" cy="846466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6241637" y="3269901"/>
            <a:ext cx="2275830" cy="890620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2272610">
            <a:off x="1492714" y="2841393"/>
            <a:ext cx="408954" cy="150178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77" name="Down Arrow 76"/>
          <p:cNvSpPr/>
          <p:nvPr/>
        </p:nvSpPr>
        <p:spPr>
          <a:xfrm>
            <a:off x="4377987" y="2973970"/>
            <a:ext cx="472304" cy="118655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Down Arrow 77"/>
          <p:cNvSpPr/>
          <p:nvPr/>
        </p:nvSpPr>
        <p:spPr>
          <a:xfrm rot="19343019">
            <a:off x="7391479" y="2904038"/>
            <a:ext cx="486489" cy="137378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63148" y="2358443"/>
            <a:ext cx="253266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Topology Manager </a:t>
            </a:r>
            <a:endParaRPr lang="en-US" sz="2400" dirty="0"/>
          </a:p>
        </p:txBody>
      </p:sp>
      <p:sp>
        <p:nvSpPr>
          <p:cNvPr id="79" name="TextBox 78"/>
          <p:cNvSpPr txBox="1"/>
          <p:nvPr/>
        </p:nvSpPr>
        <p:spPr>
          <a:xfrm>
            <a:off x="6432597" y="1782904"/>
            <a:ext cx="130967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Routing </a:t>
            </a:r>
          </a:p>
          <a:p>
            <a:pPr algn="ctr"/>
            <a:r>
              <a:rPr lang="en-US" sz="2400" dirty="0" smtClean="0"/>
              <a:t>Manager 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506656" y="2055646"/>
            <a:ext cx="209237" cy="3027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3" idx="2"/>
          </p:cNvCxnSpPr>
          <p:nvPr/>
        </p:nvCxnSpPr>
        <p:spPr>
          <a:xfrm flipH="1">
            <a:off x="4158848" y="2040356"/>
            <a:ext cx="591139" cy="3180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80586" y="1209359"/>
            <a:ext cx="0" cy="1764611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408666" y="1579758"/>
            <a:ext cx="1007207" cy="4605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536738" y="2358443"/>
            <a:ext cx="1879135" cy="2554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47588" y="4958893"/>
            <a:ext cx="1749655" cy="476858"/>
          </a:xfrm>
          <a:prstGeom prst="rect">
            <a:avLst/>
          </a:prstGeom>
          <a:noFill/>
        </p:spPr>
      </p:pic>
      <p:sp>
        <p:nvSpPr>
          <p:cNvPr id="82" name="Rounded Rectangle 81"/>
          <p:cNvSpPr/>
          <p:nvPr/>
        </p:nvSpPr>
        <p:spPr>
          <a:xfrm>
            <a:off x="3774689" y="4211945"/>
            <a:ext cx="829424" cy="422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FSO</a:t>
            </a:r>
            <a:endParaRPr lang="en-US" sz="2400" dirty="0"/>
          </a:p>
        </p:txBody>
      </p:sp>
      <p:sp>
        <p:nvSpPr>
          <p:cNvPr id="83" name="Rounded Rectangle 82"/>
          <p:cNvSpPr/>
          <p:nvPr/>
        </p:nvSpPr>
        <p:spPr>
          <a:xfrm>
            <a:off x="4847761" y="4217921"/>
            <a:ext cx="823321" cy="41651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FSO</a:t>
            </a:r>
            <a:endParaRPr lang="en-US" sz="2400" dirty="0"/>
          </a:p>
        </p:txBody>
      </p:sp>
      <p:cxnSp>
        <p:nvCxnSpPr>
          <p:cNvPr id="84" name="Straight Connector 83"/>
          <p:cNvCxnSpPr/>
          <p:nvPr/>
        </p:nvCxnSpPr>
        <p:spPr>
          <a:xfrm flipH="1">
            <a:off x="3847588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5213578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497404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4960597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185352" y="4616174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H="1">
            <a:off x="4955430" y="4616174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" name="Picture 45" descr="Service 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82814" y="4958893"/>
            <a:ext cx="1749655" cy="476858"/>
          </a:xfrm>
          <a:prstGeom prst="rect">
            <a:avLst/>
          </a:prstGeom>
          <a:noFill/>
        </p:spPr>
      </p:pic>
      <p:sp>
        <p:nvSpPr>
          <p:cNvPr id="108" name="Rounded Rectangle 107"/>
          <p:cNvSpPr/>
          <p:nvPr/>
        </p:nvSpPr>
        <p:spPr>
          <a:xfrm>
            <a:off x="7009915" y="4211945"/>
            <a:ext cx="829424" cy="422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FSO</a:t>
            </a:r>
            <a:endParaRPr lang="en-US" sz="2400" dirty="0"/>
          </a:p>
        </p:txBody>
      </p:sp>
      <p:sp>
        <p:nvSpPr>
          <p:cNvPr id="109" name="Rounded Rectangle 108"/>
          <p:cNvSpPr/>
          <p:nvPr/>
        </p:nvSpPr>
        <p:spPr>
          <a:xfrm>
            <a:off x="8082987" y="4217921"/>
            <a:ext cx="823321" cy="41651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FSO</a:t>
            </a:r>
            <a:endParaRPr lang="en-US" sz="2400" dirty="0"/>
          </a:p>
        </p:txBody>
      </p:sp>
      <p:cxnSp>
        <p:nvCxnSpPr>
          <p:cNvPr id="110" name="Straight Connector 109"/>
          <p:cNvCxnSpPr/>
          <p:nvPr/>
        </p:nvCxnSpPr>
        <p:spPr>
          <a:xfrm flipH="1">
            <a:off x="7082814" y="5435751"/>
            <a:ext cx="324908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8448804" y="5362779"/>
            <a:ext cx="283058" cy="32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7732630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8195823" y="5435751"/>
            <a:ext cx="0" cy="25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7420578" y="4616174"/>
            <a:ext cx="250435" cy="324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H="1">
            <a:off x="8190656" y="4616174"/>
            <a:ext cx="286156" cy="373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>
            <a:off x="1856499" y="3363387"/>
            <a:ext cx="2302349" cy="846466"/>
          </a:xfrm>
          <a:custGeom>
            <a:avLst/>
            <a:gdLst>
              <a:gd name="connsiteX0" fmla="*/ 0 w 4945259"/>
              <a:gd name="connsiteY0" fmla="*/ 824108 h 824108"/>
              <a:gd name="connsiteX1" fmla="*/ 2215908 w 4945259"/>
              <a:gd name="connsiteY1" fmla="*/ 0 h 824108"/>
              <a:gd name="connsiteX2" fmla="*/ 4945259 w 4945259"/>
              <a:gd name="connsiteY2" fmla="*/ 824108 h 82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59" h="824108">
                <a:moveTo>
                  <a:pt x="0" y="824108"/>
                </a:moveTo>
                <a:cubicBezTo>
                  <a:pt x="695849" y="412054"/>
                  <a:pt x="1391698" y="0"/>
                  <a:pt x="2215908" y="0"/>
                </a:cubicBezTo>
                <a:cubicBezTo>
                  <a:pt x="3040118" y="0"/>
                  <a:pt x="4945259" y="824108"/>
                  <a:pt x="4945259" y="824108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57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124</TotalTime>
  <Words>170</Words>
  <Application>Microsoft Macintosh PowerPoint</Application>
  <PresentationFormat>On-screen Show (4:3)</PresentationFormat>
  <Paragraphs>143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Stony Brook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creator>Vyas Sekar</dc:creator>
  <cp:lastModifiedBy>Vyas Sekar</cp:lastModifiedBy>
  <cp:revision>66</cp:revision>
  <dcterms:created xsi:type="dcterms:W3CDTF">2013-07-09T13:22:13Z</dcterms:created>
  <dcterms:modified xsi:type="dcterms:W3CDTF">2013-10-21T20:24:36Z</dcterms:modified>
</cp:coreProperties>
</file>